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ENTIRE BUILDATHON 2026  ·  TRACK 2: GRAPH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Sourabh Bagrecha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365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6 SEPTEMBER 2026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097280"/>
            <a:ext cx="1645920" cy="1645920"/>
          </a:xfrm>
          <a:prstGeom prst="ellipse">
            <a:avLst/>
          </a:prstGeom>
          <a:noFill/>
          <a:ln w="127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" y="1335024"/>
            <a:ext cx="1170432" cy="1170432"/>
          </a:xfrm>
          <a:prstGeom prst="ellipse">
            <a:avLst/>
          </a:prstGeom>
          <a:noFill/>
          <a:ln w="1778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572768"/>
            <a:ext cx="694944" cy="694944"/>
          </a:xfrm>
          <a:prstGeom prst="ellipse">
            <a:avLst/>
          </a:prstGeom>
          <a:noFill/>
          <a:ln w="254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35608" y="1801368"/>
            <a:ext cx="237744" cy="237744"/>
          </a:xfrm>
          <a:prstGeom prst="ellipse">
            <a:avLst/>
          </a:prstGeom>
          <a:solidFill>
            <a:srgbClr val="B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01E2B"/>
                </a:solidFill>
                <a:latin typeface="Arial"/>
              </a:rPr>
              <a:t>Ripple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01E2B"/>
                </a:solidFill>
                <a:latin typeface="Arial"/>
              </a:rPr>
              <a:t>Git shows what changed. Ripple shows which data products changed meaning, by how much, and whether that contradicts the original intent.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974750" cy="246888"/>
          </a:xfrm>
          <a:prstGeom prst="roundRect">
            <a:avLst>
              <a:gd name="adj" fmla="val 25000"/>
            </a:avLst>
          </a:prstGeom>
          <a:solidFill>
            <a:srgbClr val="DC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50" b="1">
                <a:solidFill>
                  <a:srgbClr val="1F7A8C"/>
                </a:solidFill>
                <a:latin typeface="Consolas"/>
              </a:rPr>
              <a:t>Entire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5998" y="5532120"/>
            <a:ext cx="1402689" cy="246888"/>
          </a:xfrm>
          <a:prstGeom prst="roundRect">
            <a:avLst>
              <a:gd name="adj" fmla="val 25000"/>
            </a:avLst>
          </a:prstGeom>
          <a:solidFill>
            <a:srgbClr val="DC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50" b="1">
                <a:solidFill>
                  <a:srgbClr val="1F7A8C"/>
                </a:solidFill>
                <a:latin typeface="Consolas"/>
              </a:rPr>
              <a:t>Entire Checkpoints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5532120"/>
            <a:ext cx="3043123" cy="246888"/>
          </a:xfrm>
          <a:prstGeom prst="roundRect">
            <a:avLst>
              <a:gd name="adj" fmla="val 25000"/>
            </a:avLst>
          </a:prstGeom>
          <a:solidFill>
            <a:srgbClr val="DC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50" b="1">
                <a:solidFill>
                  <a:srgbClr val="1F7A8C"/>
                </a:solidFill>
                <a:latin typeface="Consolas"/>
              </a:rPr>
              <a:t>Databricks: Unity Catalog + SQL warehouse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1266" y="5532120"/>
            <a:ext cx="1402689" cy="246888"/>
          </a:xfrm>
          <a:prstGeom prst="roundRect">
            <a:avLst>
              <a:gd name="adj" fmla="val 25000"/>
            </a:avLst>
          </a:prstGeom>
          <a:solidFill>
            <a:srgbClr val="DC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50" b="1">
                <a:solidFill>
                  <a:srgbClr val="1F7A8C"/>
                </a:solidFill>
                <a:latin typeface="Consolas"/>
              </a:rPr>
              <a:t>Python stdlib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A CLEARLY DEFINED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01E2B"/>
                </a:solidFill>
                <a:latin typeface="Arial"/>
              </a:rPr>
              <a:t>The reviewer of a data pipeline change who has to say BLOCK or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01E2B"/>
                </a:solidFill>
                <a:latin typeface="Arial"/>
              </a:rPr>
              <a:t>A data engineer, or the human behind a coding agent, looking at a small diff in a transformation pipeline minutes before it 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What that person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300" b="1" i="0">
                <a:solidFill>
                  <a:srgbClr val="101E2B"/>
                </a:solidFill>
                <a:latin typeface="Arial"/>
              </a:rPr>
              <a:t>Which tables and dashboards</a:t>
            </a:r>
            <a:r>
              <a:rPr sz="1300" b="0" i="0">
                <a:solidFill>
                  <a:srgbClr val="3E4F5E"/>
                </a:solidFill>
                <a:latin typeface="Arial"/>
              </a:rPr>
              <a:t> this diff reaches, not just which functions.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300" b="1" i="0">
                <a:solidFill>
                  <a:srgbClr val="101E2B"/>
                </a:solidFill>
                <a:latin typeface="Arial"/>
              </a:rPr>
              <a:t>How much the output moves</a:t>
            </a:r>
            <a:r>
              <a:rPr sz="1300" b="0" i="0">
                <a:solidFill>
                  <a:srgbClr val="3E4F5E"/>
                </a:solidFill>
                <a:latin typeface="Arial"/>
              </a:rPr>
              <a:t> on the same input, row by row and in aggregate.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300" b="1" i="0">
                <a:solidFill>
                  <a:srgbClr val="101E2B"/>
                </a:solidFill>
                <a:latin typeface="Arial"/>
              </a:rPr>
              <a:t>What the code was supposed to guarantee</a:t>
            </a:r>
            <a:r>
              <a:rPr sz="1300" b="0" i="0">
                <a:solidFill>
                  <a:srgbClr val="3E4F5E"/>
                </a:solidFill>
                <a:latin typeface="Arial"/>
              </a:rPr>
              <a:t>, next to the evidence that it no longer does.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300" b="1" i="0">
                <a:solidFill>
                  <a:srgbClr val="101E2B"/>
                </a:solidFill>
                <a:latin typeface="Arial"/>
              </a:rPr>
              <a:t>Something they can re-query</a:t>
            </a:r>
            <a:r>
              <a:rPr sz="1300" b="0" i="0">
                <a:solidFill>
                  <a:srgbClr val="3E4F5E"/>
                </a:solidFill>
                <a:latin typeface="Arial"/>
              </a:rPr>
              <a:t> themselves rather than trust a tool's summary.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8090"/>
                </a:solidFill>
                <a:latin typeface="Consolas"/>
              </a:rPr>
              <a:t>SECONDARY STAKEHOLDER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074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E4F5E"/>
                </a:solidFill>
                <a:latin typeface="Arial"/>
              </a:rPr>
              <a:t>Finance, the consumer of the "Daily Revenue dashboard" and the "month-end close extract". They never see the diff, only its consequences.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A MEANINGFUL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01E2B"/>
                </a:solidFill>
                <a:latin typeface="Arial"/>
              </a:rPr>
              <a:t>A harmless-looking diff. Tests pass. Revenue is overstated by 30%.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5760720" cy="25146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535838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E93A6"/>
                </a:solidFill>
                <a:latin typeface="Consolas"/>
              </a:rPr>
              <a:t>pipeline/transactions.py   normalize_amount()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8C7E"/>
                </a:solidFill>
                <a:latin typeface="Consolas"/>
              </a:rPr>
              <a:t>-    magnitude = round(float(amount), 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FD8A4"/>
                </a:solidFill>
                <a:latin typeface="Consolas"/>
              </a:rPr>
              <a:t>+    # Normalize transaction amounts: coerce to a clean non-negative magnitude.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FD8A4"/>
                </a:solidFill>
                <a:latin typeface="Consolas"/>
              </a:rPr>
              <a:t>+    magnitude = round(abs(float(amount)), 2)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>     if kind == "refund":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8C7E"/>
                </a:solidFill>
                <a:latin typeface="Consolas"/>
              </a:rPr>
              <a:t>-        return -magnitude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FD8A4"/>
                </a:solidFill>
                <a:latin typeface="Consolas"/>
              </a:rPr>
              <a:t>+        return abs(-magnitude)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>     return magnitude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E4F5E"/>
                </a:solidFill>
                <a:latin typeface="Arial"/>
              </a:rPr>
              <a:t>The documented intent, recorded in an Entire checkpoint, says </a:t>
            </a:r>
            <a:r>
              <a:rPr sz="1250" b="1" i="0">
                <a:solidFill>
                  <a:srgbClr val="101E2B"/>
                </a:solidFill>
                <a:latin typeface="Arial"/>
              </a:rPr>
              <a:t>refunds must remain negative</a:t>
            </a:r>
            <a:r>
              <a:rPr sz="1250" b="0" i="0">
                <a:solidFill>
                  <a:srgbClr val="3E4F5E"/>
                </a:solidFill>
                <a:latin typeface="Arial"/>
              </a:rPr>
              <a:t> because daily net revenue is </a:t>
            </a:r>
            <a:r>
              <a:rPr sz="1200" b="0" i="0">
                <a:solidFill>
                  <a:srgbClr val="101E2B"/>
                </a:solidFill>
                <a:latin typeface="Consolas"/>
              </a:rPr>
              <a:t>sum(amount)</a:t>
            </a:r>
            <a:r>
              <a:rPr sz="1250" b="0" i="0">
                <a:solidFill>
                  <a:srgbClr val="3E4F5E"/>
                </a:solidFill>
                <a:latin typeface="Arial"/>
              </a:rPr>
              <a:t>. The agent "normalizing amounts" flipped every refund positive.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03120"/>
            <a:ext cx="2148840" cy="19050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128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01E2B"/>
                </a:solidFill>
                <a:latin typeface="Arial"/>
              </a:rPr>
              <a:t>13,854.10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700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net revenue,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103120"/>
            <a:ext cx="2148840" cy="19050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128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352B"/>
                </a:solidFill>
                <a:latin typeface="Arial"/>
              </a:rPr>
              <a:t>18,033.82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700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net revenue,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246120"/>
            <a:ext cx="2148840" cy="19050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3558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01E2B"/>
                </a:solidFill>
                <a:latin typeface="Arial"/>
              </a:rPr>
              <a:t>33 /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130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rows changed, exactly the refunds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246120"/>
            <a:ext cx="2148840" cy="19050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3558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01E2B"/>
                </a:solidFill>
                <a:latin typeface="Arial"/>
              </a:rPr>
              <a:t>13 /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8130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days with a different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7200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E4F5E"/>
                </a:solidFill>
                <a:latin typeface="Arial"/>
              </a:rPr>
              <a:t>Git answers </a:t>
            </a:r>
            <a:r>
              <a:rPr sz="1250" b="0" i="1">
                <a:solidFill>
                  <a:srgbClr val="3E4F5E"/>
                </a:solidFill>
                <a:latin typeface="Arial"/>
              </a:rPr>
              <a:t>what</a:t>
            </a:r>
            <a:r>
              <a:rPr sz="1250" b="0" i="0">
                <a:solidFill>
                  <a:srgbClr val="3E4F5E"/>
                </a:solidFill>
                <a:latin typeface="Arial"/>
              </a:rPr>
              <a:t> changed. Nothing in the review loop answers </a:t>
            </a:r>
            <a:r>
              <a:rPr sz="1250" b="0" i="1">
                <a:solidFill>
                  <a:srgbClr val="3E4F5E"/>
                </a:solidFill>
                <a:latin typeface="Arial"/>
              </a:rPr>
              <a:t>which data products</a:t>
            </a:r>
            <a:r>
              <a:rPr sz="1250" b="0" i="0">
                <a:solidFill>
                  <a:srgbClr val="3E4F5E"/>
                </a:solidFill>
                <a:latin typeface="Arial"/>
              </a:rPr>
              <a:t>, </a:t>
            </a:r>
            <a:r>
              <a:rPr sz="1250" b="0" i="1">
                <a:solidFill>
                  <a:srgbClr val="3E4F5E"/>
                </a:solidFill>
                <a:latin typeface="Arial"/>
              </a:rPr>
              <a:t>by how much</a:t>
            </a:r>
            <a:r>
              <a:rPr sz="1250" b="0" i="0">
                <a:solidFill>
                  <a:srgbClr val="3E4F5E"/>
                </a:solidFill>
                <a:latin typeface="Arial"/>
              </a:rPr>
              <a:t>, or </a:t>
            </a:r>
            <a:r>
              <a:rPr sz="1250" b="0" i="1">
                <a:solidFill>
                  <a:srgbClr val="3E4F5E"/>
                </a:solidFill>
                <a:latin typeface="Arial"/>
              </a:rPr>
              <a:t>against which requirement</a:t>
            </a:r>
            <a:r>
              <a:rPr sz="1250" b="0" i="0">
                <a:solidFill>
                  <a:srgbClr val="3E4F5E"/>
                </a:solidFill>
                <a:latin typeface="Arial"/>
              </a:rPr>
              <a:t>. The reviewer guesses, or re-runs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A FOCUSED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01E2B"/>
                </a:solidFill>
                <a:latin typeface="Arial"/>
              </a:rPr>
              <a:t>One command. Seven steps. One review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1 ·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entire graph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base..head → changed symbols, e.g. normalize_amount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7247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975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2 ·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975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entire graph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975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callers and data flows → pipeline entry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975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2703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3 · CONFIGURED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2703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ripple.toml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2703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entry point → Databricks job, tables, data products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8703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8431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4 · 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8431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Intent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8431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INTENT.md plus entire checkpoint for the affected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4431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4159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5 · EXECUTE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4159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Run base and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4159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both versions over the same input snapshot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0159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9887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6 · DATABRICKS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9887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Compare in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9887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row-level and aggregate diff on the warehouse, tagged with a run_id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05887" y="2011680"/>
            <a:ext cx="1454287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5615" y="2121408"/>
            <a:ext cx="12714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1F7A8C"/>
                </a:solidFill>
                <a:latin typeface="Consolas"/>
              </a:rPr>
              <a:t>7 · CARD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5615" y="2359152"/>
            <a:ext cx="125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Review card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5615" y="2788920"/>
            <a:ext cx="12531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Arial"/>
              </a:rPr>
              <a:t>intent, source lines, data products, comparison, verdict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Scope chosen for the event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9768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One Python pipeline, three Delta tables, one aggregate: daily net revenue.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One seeded regression: </a:t>
            </a:r>
            <a:r>
              <a:rPr sz="1200" b="0" i="0">
                <a:solidFill>
                  <a:srgbClr val="101E2B"/>
                </a:solidFill>
                <a:latin typeface="Consolas"/>
              </a:rPr>
              <a:t>abs()</a:t>
            </a:r>
            <a:r>
              <a:rPr sz="1250" b="0" i="0">
                <a:solidFill>
                  <a:srgbClr val="3E4F5E"/>
                </a:solidFill>
                <a:latin typeface="Arial"/>
              </a:rPr>
              <a:t> introduced while "normalizing amounts".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Source-to-job mapping is configured, not discovered, and labelled as such on the card.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Why Entire is essential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Without the graph, Ripple would re-run every pipeline on every change.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Without checkpoints, the card could show a delta but not the requirement it violates.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3E4F5E"/>
                </a:solidFill>
                <a:latin typeface="Arial"/>
              </a:rPr>
              <a:t>Graph output is treated as evidence, not an oracle. Every relation carries a confidence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HOW A CHANGE RIPPLES OUTWARD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5 / 11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188720"/>
            <a:ext cx="4754880" cy="4754880"/>
          </a:xfrm>
          <a:prstGeom prst="ellipse">
            <a:avLst/>
          </a:prstGeom>
          <a:noFill/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737360"/>
            <a:ext cx="3657600" cy="3657600"/>
          </a:xfrm>
          <a:prstGeom prst="ellipse">
            <a:avLst/>
          </a:prstGeom>
          <a:noFill/>
          <a:ln w="127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2286000"/>
            <a:ext cx="2560320" cy="2560320"/>
          </a:xfrm>
          <a:prstGeom prst="ellipse">
            <a:avLst/>
          </a:prstGeom>
          <a:noFill/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04288" y="2852928"/>
            <a:ext cx="1426464" cy="1426464"/>
          </a:xfrm>
          <a:prstGeom prst="ellipse">
            <a:avLst/>
          </a:prstGeom>
          <a:noFill/>
          <a:ln w="2540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80360" y="3429000"/>
            <a:ext cx="274320" cy="274320"/>
          </a:xfrm>
          <a:prstGeom prst="ellipse">
            <a:avLst/>
          </a:prstGeom>
          <a:solidFill>
            <a:srgbClr val="B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9992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01E2B"/>
                </a:solidFill>
                <a:latin typeface="Consolas"/>
              </a:rPr>
              <a:t>normalize_amount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7947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CHANGED · LINE 13</a:t>
            </a:r>
          </a:p>
        </p:txBody>
      </p:sp>
      <p:sp>
        <p:nvSpPr>
          <p:cNvPr id="14" name="Oval 13"/>
          <p:cNvSpPr/>
          <p:nvPr/>
        </p:nvSpPr>
        <p:spPr>
          <a:xfrm>
            <a:off x="3803904" y="2880360"/>
            <a:ext cx="82296" cy="82296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788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clean_transactions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303580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CALLS · LINE 40 · CONFIRMED</a:t>
            </a:r>
          </a:p>
        </p:txBody>
      </p:sp>
      <p:sp>
        <p:nvSpPr>
          <p:cNvPr id="17" name="Oval 16"/>
          <p:cNvSpPr/>
          <p:nvPr/>
        </p:nvSpPr>
        <p:spPr>
          <a:xfrm>
            <a:off x="4352544" y="2148840"/>
            <a:ext cx="82296" cy="82296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30428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CALLS · LINE 62 · ENTRY POINT</a:t>
            </a:r>
          </a:p>
        </p:txBody>
      </p:sp>
      <p:sp>
        <p:nvSpPr>
          <p:cNvPr id="20" name="Oval 19"/>
          <p:cNvSpPr/>
          <p:nvPr/>
        </p:nvSpPr>
        <p:spPr>
          <a:xfrm>
            <a:off x="4855464" y="1417320"/>
            <a:ext cx="82296" cy="82296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0912" y="13258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clean_transactions · daily_revenue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15727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DELTA TABLES · SOURCE = CONFIGURED</a:t>
            </a:r>
          </a:p>
        </p:txBody>
      </p:sp>
      <p:sp>
        <p:nvSpPr>
          <p:cNvPr id="23" name="Oval 22"/>
          <p:cNvSpPr/>
          <p:nvPr/>
        </p:nvSpPr>
        <p:spPr>
          <a:xfrm>
            <a:off x="5038344" y="5257800"/>
            <a:ext cx="82296" cy="82296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5166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1E2B"/>
                </a:solidFill>
                <a:latin typeface="Arial"/>
              </a:rPr>
              <a:t>Daily Revenue dashboard · Finance month-end close 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54132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DATA PRODUCTS · SOURCE = CONFIGURED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82880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01E2B"/>
                </a:solidFill>
                <a:latin typeface="Arial"/>
              </a:rPr>
              <a:t>Graph edges reach the entry point. Configuration reaches the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4612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E4F5E"/>
                </a:solidFill>
                <a:latin typeface="Arial"/>
              </a:rPr>
              <a:t>The two inner rings come from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entire graph impact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and are labelled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[CALLS, entire-graph]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with their call-site line. The two outer rings come from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ripple.toml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and are labelled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source = configured</a:t>
            </a:r>
            <a:r>
              <a:rPr sz="1200" b="0" i="0">
                <a:solidFill>
                  <a:srgbClr val="3E4F5E"/>
                </a:solidFill>
                <a:latin typeface="Arial"/>
              </a:rPr>
              <a:t>. The card never blurs the two.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892040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E4F5E"/>
                </a:solidFill>
                <a:latin typeface="Arial"/>
              </a:rPr>
              <a:t>Then the decisive step: execute both versions over the same 150-row snapshot and let Databricks compute the difference.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A WORKING CORE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6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868680"/>
            <a:ext cx="566928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0332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F8090"/>
                </a:solidFill>
                <a:latin typeface="Consolas"/>
              </a:rPr>
              <a:t>evidence/review_card_demo.md · main → demo/abs-normalize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325880"/>
            <a:ext cx="685800" cy="246888"/>
          </a:xfrm>
          <a:prstGeom prst="roundRect">
            <a:avLst>
              <a:gd name="adj" fmla="val 25000"/>
            </a:avLst>
          </a:prstGeom>
          <a:solidFill>
            <a:srgbClr val="F5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B8352B"/>
                </a:solidFill>
                <a:latin typeface="Consolas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801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1E2B"/>
                </a:solidFill>
                <a:latin typeface="Arial"/>
              </a:rPr>
              <a:t>downstream data changed 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828800"/>
            <a:ext cx="5212080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01952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1 · ORIGINAL REQUIREMENT (INTENT)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2140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Refunds must remain negative. Daily net revenue is </a:t>
            </a:r>
            <a:r>
              <a:rPr sz="1050" b="0" i="0">
                <a:solidFill>
                  <a:srgbClr val="101E2B"/>
                </a:solidFill>
                <a:latin typeface="Consolas"/>
              </a:rPr>
              <a:t>sum(amount)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and is only correct if this holds. Source: pipeline/INTENT.md, checkpoint 01M1TVFK…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432303"/>
            <a:ext cx="5212080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05455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2 · SOURCE LOCATIONS (ENTIRE-GRAPH)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24911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1E2B"/>
                </a:solidFill>
                <a:latin typeface="Consolas"/>
              </a:rPr>
              <a:t>normalize_amount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· transactions.py:13 · body_changed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depth 1: </a:t>
            </a:r>
            <a:r>
              <a:rPr sz="1050" b="0" i="0">
                <a:solidFill>
                  <a:srgbClr val="101E2B"/>
                </a:solidFill>
                <a:latin typeface="Consolas"/>
              </a:rPr>
              <a:t>clean_transactions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· call site line 40 ·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confirmed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depth 2: </a:t>
            </a:r>
            <a:r>
              <a:rPr sz="1050" b="0" i="0">
                <a:solidFill>
                  <a:srgbClr val="101E2B"/>
                </a:solidFill>
                <a:latin typeface="Consolas"/>
              </a:rPr>
              <a:t>run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via clean_transactions · call site line 62 ·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confirmed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474718"/>
            <a:ext cx="5212080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47870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3 · AFFECTED DATA PRODUCTS (CONFIGURED)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workspace.ripple.clean_transactions, workspace.ripple.daily_revenue → Daily Revenue dashboard, Finance month-end close extract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242813"/>
            <a:ext cx="5212080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5"/>
            <a:ext cx="5212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F8090"/>
                </a:solidFill>
                <a:latin typeface="Consolas"/>
              </a:rPr>
              <a:t>4 · REPRODUCIBLE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35421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T0001 amount </a:t>
            </a:r>
            <a:r>
              <a:rPr sz="1050" b="0" i="0">
                <a:solidFill>
                  <a:srgbClr val="B8352B"/>
                </a:solidFill>
                <a:latin typeface="Consolas"/>
              </a:rPr>
              <a:t>-62.79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→ 62.79  (and 32 more refund rows)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2026-08-12 net_revenue </a:t>
            </a:r>
            <a:r>
              <a:rPr sz="1050" b="0" i="0">
                <a:solidFill>
                  <a:srgbClr val="B8352B"/>
                </a:solidFill>
                <a:latin typeface="Consolas"/>
              </a:rPr>
              <a:t>-135.29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→ 135.29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Databricks run_id </a:t>
            </a:r>
            <a:r>
              <a:rPr sz="1000" b="0" i="0">
                <a:solidFill>
                  <a:srgbClr val="101E2B"/>
                </a:solidFill>
                <a:latin typeface="Consolas"/>
              </a:rPr>
              <a:t>main..demo/abs-normalize@20260906T083720Z</a:t>
            </a:r>
            <a:r>
              <a:rPr sz="1050" b="0" i="0">
                <a:solidFill>
                  <a:srgbClr val="3E4F5E"/>
                </a:solidFill>
                <a:latin typeface="Arial"/>
              </a:rPr>
              <a:t>, three SQL statement 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868680"/>
            <a:ext cx="4693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01E2B"/>
                </a:solidFill>
                <a:latin typeface="Arial"/>
              </a:rPr>
              <a:t>Anyone can run it, read it, and re-query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874519"/>
            <a:ext cx="4693615" cy="27432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2020823"/>
            <a:ext cx="429127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E93A6"/>
                </a:solidFill>
                <a:latin typeface="Consolas"/>
              </a:rPr>
              <a:t># 37 tests, stdlib only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python3 -m unittest discover -s tests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E93A6"/>
                </a:solidFill>
                <a:latin typeface="Consolas"/>
              </a:rPr>
              <a:t># seeded regression → exit 1 (BLOCK)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python3 -m ripple review --base main --head demo/abs-normalize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E93A6"/>
                </a:solidFill>
                <a:latin typeface="Consolas"/>
              </a:rPr>
              <a:t># same, compared on Databricks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python3 -m ripple review --base main --head demo/abs-normalize \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  --backend databricks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E93A6"/>
                </a:solidFill>
                <a:latin typeface="Consolas"/>
              </a:rPr>
              <a:t># control: nothing changed → exit 0 (PASS)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python3 -m ripple review --base main --head 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754880"/>
            <a:ext cx="46936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E4F5E"/>
                </a:solidFill>
                <a:latin typeface="Arial"/>
              </a:rPr>
              <a:t>Exit codes: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0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PASS,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1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BLOCK,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3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NEEDS-VERIFICATION,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2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graph error. Cards are written as Markdown and JSON, and the Databricks statement ids let the reviewer open the exact rows in the warehouse.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NOON CURVEBALL: THE GRAPH IS EVIDENCE, NOT AN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 · 22 new tests, original 15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01E2B"/>
                </a:solidFill>
                <a:latin typeface="Arial"/>
              </a:rPr>
              <a:t>Zero callers and "completeness: ok" can both be true while the graph is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E4F5E"/>
                </a:solidFill>
                <a:latin typeface="Arial"/>
              </a:rPr>
              <a:t>We rerouted the same pipeline through a string registry and </a:t>
            </a:r>
            <a:r>
              <a:rPr sz="1150" b="0" i="0">
                <a:solidFill>
                  <a:srgbClr val="101E2B"/>
                </a:solidFill>
                <a:latin typeface="Consolas"/>
              </a:rPr>
              <a:t>globals()</a:t>
            </a:r>
            <a:r>
              <a:rPr sz="1200" b="0" i="0">
                <a:solidFill>
                  <a:srgbClr val="3E4F5E"/>
                </a:solidFill>
                <a:latin typeface="Arial"/>
              </a:rPr>
              <a:t>. The real graph output: </a:t>
            </a:r>
            <a:r>
              <a:rPr sz="1200" b="1" i="0">
                <a:solidFill>
                  <a:srgbClr val="101E2B"/>
                </a:solidFill>
                <a:latin typeface="Arial"/>
              </a:rPr>
              <a:t>0 callers, completeness ok, no partial failures.</a:t>
            </a:r>
            <a:r>
              <a:rPr sz="1200" b="0" i="0">
                <a:solidFill>
                  <a:srgbClr val="3E4F5E"/>
                </a:solidFill>
                <a:latin typeface="Arial"/>
              </a:rPr>
              <a:t> The MVP would have returned PASS without executing anything. The graph does not know what it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5394960" cy="86868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55264"/>
            <a:ext cx="49926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E93A6"/>
                </a:solidFill>
                <a:latin typeface="Consolas"/>
              </a:rPr>
              <a:t>tests/fixtures/transactions_dynamic_dispatch.py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STEP_REGISTRY = {"normalize": </a:t>
            </a:r>
            <a:r>
              <a:rPr sz="950" b="0" i="0">
                <a:solidFill>
                  <a:srgbClr val="FFD479"/>
                </a:solidFill>
                <a:latin typeface="Consolas"/>
              </a:rPr>
              <a:t>"normalize_amount"</a:t>
            </a:r>
            <a:r>
              <a:rPr sz="950" b="0" i="0">
                <a:solidFill>
                  <a:srgbClr val="DCE5EC"/>
                </a:solidFill>
                <a:latin typeface="Consolas"/>
              </a:rPr>
              <a:t>, ...}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DCE5EC"/>
                </a:solidFill>
                <a:latin typeface="Consolas"/>
              </a:rPr>
              <a:t>fn = </a:t>
            </a:r>
            <a:r>
              <a:rPr sz="950" b="0" i="0">
                <a:solidFill>
                  <a:srgbClr val="FFD479"/>
                </a:solidFill>
                <a:latin typeface="Consolas"/>
              </a:rPr>
              <a:t>globals()</a:t>
            </a:r>
            <a:r>
              <a:rPr sz="950" b="0" i="0">
                <a:solidFill>
                  <a:srgbClr val="DCE5EC"/>
                </a:solidFill>
                <a:latin typeface="Consolas"/>
              </a:rPr>
              <a:t>[STEP_REGISTRY[step]]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5394960" cy="1737360"/>
          </a:xfrm>
          <a:prstGeom prst="rect">
            <a:avLst/>
          </a:prstGeom>
          <a:solidFill>
            <a:srgbClr val="F7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38100" cy="1737360"/>
          </a:xfrm>
          <a:prstGeom prst="rect">
            <a:avLst/>
          </a:prstGeom>
          <a:solidFill>
            <a:srgbClr val="A6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01E2B"/>
                </a:solidFill>
                <a:latin typeface="Arial"/>
              </a:rPr>
              <a:t>PARTIAL ANALYSIS.</a:t>
            </a:r>
            <a:r>
              <a:rPr sz="1050" b="0" i="0">
                <a:solidFill>
                  <a:srgbClr val="3E4F5E"/>
                </a:solidFill>
                <a:latin typeface="Arial"/>
              </a:rPr>
              <a:t> The call graph may be missing callers of the changed code. Graph relationships are labelled per edge; nothing here is PASS on graph evidence alone.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· dynamic reference at transactions.py:13 (symbol name as string literal)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· dynamic reference at transactions.py:26 (reflection via globals())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· Fallback: executed pipeline.transactions:run even though the graph did not reach it.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Evidence: analysis partial; 2 confirmed, 0 heuristic, 2 needs-verification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967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What changed, smallest complete revision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967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Tri-state label on every edge: </a:t>
            </a:r>
            <a:r>
              <a:rPr sz="1050" b="0" i="0">
                <a:solidFill>
                  <a:srgbClr val="3E4F5E"/>
                </a:solidFill>
                <a:latin typeface="Arial"/>
              </a:rPr>
              <a:t>confirmed = structural CALLS with call site · heuristic = data-flow, co-change, or degraded graph run · needs-verification = no call site, or a path only Ripple's scan sees.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Partial detection from two sources: </a:t>
            </a:r>
            <a:r>
              <a:rPr sz="1050" b="0" i="0">
                <a:solidFill>
                  <a:srgbClr val="3E4F5E"/>
                </a:solidFill>
                <a:latin typeface="Arial"/>
              </a:rPr>
              <a:t>the graph's own warnings and completeness fields, plus a Ripple-side AST scan for a symbol name used as a string constant in a file that also uses reflection.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Safe fallback = execute anyway. </a:t>
            </a:r>
            <a:r>
              <a:rPr sz="1050" b="0" i="0">
                <a:solidFill>
                  <a:srgbClr val="3E4F5E"/>
                </a:solidFill>
                <a:latin typeface="Arial"/>
              </a:rPr>
              <a:t>Configured entry points the graph did not reach are run and compared.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050" b="1" i="0">
                <a:solidFill>
                  <a:srgbClr val="101E2B"/>
                </a:solidFill>
                <a:latin typeface="Arial"/>
              </a:rPr>
              <a:t>New verdict: </a:t>
            </a:r>
            <a:r>
              <a:rPr sz="1050" b="0" i="0">
                <a:solidFill>
                  <a:srgbClr val="3E4F5E"/>
                </a:solidFill>
                <a:latin typeface="Arial"/>
              </a:rPr>
              <a:t>NEEDS-VERIFICATION, exit 3, when analysis is partial and nothing was executed. PASS on graph evidence alone is impossible in the partial state.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4617720"/>
          <a:ext cx="50749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828800"/>
                <a:gridCol w="1554480"/>
              </a:tblGrid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BRANCH PAIR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GRAPH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VERDICT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01E2B"/>
                          </a:solidFill>
                          <a:latin typeface="Arial"/>
                        </a:rPr>
                        <a:t>main → abs-normalize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E4F5E"/>
                          </a:solidFill>
                          <a:latin typeface="Arial"/>
                        </a:rPr>
                        <a:t>4 confirmed edges, no banner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8352B"/>
                          </a:solidFill>
                          <a:latin typeface="Consolas"/>
                        </a:rPr>
                        <a:t>BLOCK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01E2B"/>
                          </a:solidFill>
                          <a:latin typeface="Arial"/>
                        </a:rPr>
                        <a:t>dynamic → dynamic-abs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E4F5E"/>
                          </a:solidFill>
                          <a:latin typeface="Arial"/>
                        </a:rPr>
                        <a:t>0 callers, banner, fallback ran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8352B"/>
                          </a:solidFill>
                          <a:latin typeface="Consolas"/>
                        </a:rPr>
                        <a:t>BLOCK</a:t>
                      </a:r>
                      <a:r>
                        <a:rPr sz="950" b="0">
                          <a:solidFill>
                            <a:srgbClr val="3E4F5E"/>
                          </a:solidFill>
                          <a:latin typeface="Arial"/>
                        </a:rPr>
                        <a:t>  33/150 rows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01E2B"/>
                          </a:solidFill>
                          <a:latin typeface="Arial"/>
                        </a:rPr>
                        <a:t>dynamic → dynamic-safe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E4F5E"/>
                          </a:solidFill>
                          <a:latin typeface="Arial"/>
                        </a:rPr>
                        <a:t>0 callers, banner, fallback ran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2754B"/>
                          </a:solidFill>
                          <a:latin typeface="Consolas"/>
                        </a:rPr>
                        <a:t>PASS</a:t>
                      </a:r>
                      <a:r>
                        <a:rPr sz="950" b="0">
                          <a:solidFill>
                            <a:srgbClr val="3E4F5E"/>
                          </a:solidFill>
                          <a:latin typeface="Arial"/>
                        </a:rPr>
                        <a:t>  verified by execution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BEST USE OF 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01E2B"/>
                </a:solidFill>
                <a:latin typeface="Arial"/>
              </a:rPr>
              <a:t>The BLOCK decision is a SQL result a reviewer can re-run.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3933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What runs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39333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Snapshot and both outputs land in Unity Catalog Delta tables under </a:t>
            </a:r>
            <a:r>
              <a:rPr sz="1100" b="0" i="0">
                <a:solidFill>
                  <a:srgbClr val="101E2B"/>
                </a:solidFill>
                <a:latin typeface="Consolas"/>
              </a:rPr>
              <a:t>workspace.ripple</a:t>
            </a:r>
            <a:r>
              <a:rPr sz="1150" b="0" i="0">
                <a:solidFill>
                  <a:srgbClr val="3E4F5E"/>
                </a:solidFill>
                <a:latin typeface="Arial"/>
              </a:rPr>
              <a:t>, tagged with a </a:t>
            </a:r>
            <a:r>
              <a:rPr sz="1100" b="0" i="0">
                <a:solidFill>
                  <a:srgbClr val="101E2B"/>
                </a:solidFill>
                <a:latin typeface="Consolas"/>
              </a:rPr>
              <a:t>run_id</a:t>
            </a:r>
            <a:r>
              <a:rPr sz="1150" b="0" i="0">
                <a:solidFill>
                  <a:srgbClr val="3E4F5E"/>
                </a:solidFill>
                <a:latin typeface="Arial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Row-level diff, aggregate diff and totals are computed on the serverless SQL warehouse through the Statement Execution API.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The three statement ids and the SQL are printed on the card and saved to </a:t>
            </a:r>
            <a:r>
              <a:rPr sz="1100" b="0" i="0">
                <a:solidFill>
                  <a:srgbClr val="101E2B"/>
                </a:solidFill>
                <a:latin typeface="Consolas"/>
              </a:rPr>
              <a:t>evidence/databricks/last_run.json</a:t>
            </a:r>
            <a:r>
              <a:rPr sz="1150" b="0" i="0">
                <a:solidFill>
                  <a:srgbClr val="3E4F5E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9178" y="2103120"/>
            <a:ext cx="3393338" cy="356616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2249424"/>
            <a:ext cx="299100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E93A6"/>
                </a:solidFill>
                <a:latin typeface="Consolas"/>
              </a:rPr>
              <a:t>-- daily_revenue, base vs head, same run_id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SELECT b.txn_date,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     b.net_revenue AS base,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     h.net_revenue AS head,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     h.net_revenue - b.net_revenue AS delta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FROM   workspace.ripple.daily_revenue b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JOIN   workspace.ripple.daily_revenue h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ON   b.txn_date = h.txn_date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WHERE  b.run_id = '&lt;run_id&gt;' AND b.version = 'base'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AND  h.run_id = '&lt;run_id&gt;' AND h.version = 'head'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>  AND  b.net_revenue &lt;&gt; h.net_revenue;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DCE5EC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E93A6"/>
                </a:solidFill>
                <a:latin typeface="Consolas"/>
              </a:rPr>
              <a:t>-- 2026-08-12:  -135.29 → 135.29  (delta 270.58)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2103120"/>
            <a:ext cx="33933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E2B"/>
                </a:solidFill>
                <a:latin typeface="Arial"/>
              </a:rPr>
              <a:t>Honest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2468880"/>
            <a:ext cx="339333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The two Python versions execute locally from git revisions. Databricks stores and compares. Running the pipeline as a Databricks job is the next step.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Free Edition, one 2X-Small warehouse, about 1 minute cold start. Whole review about 70 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Inserts use literal VALUES: fine for 150 rows, not for millions.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1F7A8C"/>
                </a:solidFill>
                <a:latin typeface="Arial"/>
              </a:rPr>
              <a:t>•  </a:t>
            </a:r>
            <a:r>
              <a:rPr sz="1150" b="0" i="0">
                <a:solidFill>
                  <a:srgbClr val="3E4F5E"/>
                </a:solidFill>
                <a:latin typeface="Arial"/>
              </a:rPr>
              <a:t>If the CLI or warehouse fails, the card falls back to the local comparison and says 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TRANSPARENT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 · evidence/graph, evidence/databricks, BUILDATHON.md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E2B"/>
                </a:solidFill>
                <a:latin typeface="Arial"/>
              </a:rPr>
              <a:t>What we built, what we used, and who wrote it.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531352"/>
              </a:tblGrid>
              <a:tr h="36576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CATEGORY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DETAIL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Prior work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None. Empty git history at 13:10 on event day. No prior codebase, no template.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External services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Entire CLI with the Graph plugin v0.4.0 (diff, impact, search, checkpoints). Databricks Free Edition: Unity Catalog, serverless SQL warehouse, Statement Execution API via the databricks CLI. GitHub for the repo mirror.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Open-source dependencies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Python 3.11 standard library only. No pip packages. git.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AI-generated components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The product code, tests and docs were written by coding-agent sessions (Claude Code) directed by the team, in four checkpointed sessions. Every session is recorded as an Entire checkpoint and in progress.md. The seeded regression on demo/abs-normalize is deliberately hand-specified.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data/raw_transactions.csv is synthetic: seed 2026, 150 rows, generated by data/generate_snapshot.py. No real or personal data.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Hand-configured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ripple.toml maps entry point → job, tables, data products and intent. Labelled source = configured on every card.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CHECKPOINT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69087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Intent and architecture before any code. Commit ab574b4.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CHECKPOINT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05663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MVP end to end, 15 tests. Commit 97e3307, Entire 01M1TY0G8KHGFN783A6VVB00QR.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CHECKPOINT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42239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Curveball response, 37 tests. Commit 8cf3d61, Entire 01M1TYWW6PB644YRN2KZXMKCP3.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CHECKPOINT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78815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E4F5E"/>
                </a:solidFill>
                <a:latin typeface="Arial"/>
              </a:rPr>
              <a:t>Final verification and semantic diff of the response, 57 entity changes. Commit 3f24ec9, Entire 01M1TYYB3Y2QA3NY7Y5FXFQFM4.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84048" cy="237744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F7A8C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A PRACTICAL CONTINUATION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E2B"/>
                </a:solidFill>
                <a:latin typeface="Arial"/>
              </a:rPr>
              <a:t>Known limits today, and the next concrete step for each.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30952"/>
              </a:tblGrid>
              <a:tr h="5029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LIMITATION NOW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6F8090"/>
                          </a:solidFill>
                          <a:latin typeface="Consolas"/>
                        </a:rPr>
                        <a:t>NEXT STEP</a:t>
                      </a:r>
                    </a:p>
                  </a:txBody>
                  <a:tcPr marL="73152" marR="73152" marT="45720" marB="45720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Dynamic-reference scan is Python-only and same-file: a name in YAML dispatched from another module is not caught (the graph-signal path still applies).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Scan configured entry files for string constants naming any changed symbol across files; add a CONFIGURES-edge check.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entire graph indexes the working tree, so impact for a head revision that is not checked out reflects the checked-out code. The demo uses a worktree.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Run the impact query inside a temporary worktree at head automatically.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Both pipeline versions execute locally. Databricks stores and compares.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Run the pipeline as a Databricks job so the fallback executes there too, and batch inserts for large snapshots.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Entry point → data product mappings are hand-configured in ripple.toml.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Read Unity Catalog lineage to discover them, and label those edges with their own evidence level.</a:t>
                      </a:r>
                    </a:p>
                  </a:txBody>
                  <a:tcPr marL="73152" marR="73152" marT="54864" marB="54864" anchor="t">
                    <a:solidFill>
                      <a:srgbClr val="F2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01E2B"/>
                          </a:solidFill>
                          <a:latin typeface="Arial"/>
                        </a:rPr>
                        <a:t>One pipeline, one aggregate, one warehouse.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E4F5E"/>
                          </a:solidFill>
                          <a:latin typeface="Arial"/>
                        </a:rPr>
                        <a:t>Multi-pipeline repos, a CI gate on the exit code, and the card posted as a PR comment.</a:t>
                      </a:r>
                    </a:p>
                  </a:txBody>
                  <a:tcPr marL="73152" marR="73152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4924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E4F5E"/>
                </a:solidFill>
                <a:latin typeface="Arial"/>
              </a:rPr>
              <a:t>What it takes to become a reliable product: automatic worktree indexing, job-based execution on Databricks, lineage-driven mappings, and a CI integration. Each is a bounded change to one module of a 1,000-line package.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F8090"/>
                </a:solidFill>
                <a:latin typeface="Consolas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8655" cy="9525"/>
          </a:xfrm>
          <a:prstGeom prst="rect">
            <a:avLst/>
          </a:prstGeom>
          <a:solidFill>
            <a:srgbClr val="CB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Ripple · Track 2 · Best Use of Databricks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F8090"/>
                </a:solidFill>
                <a:latin typeface="Consolas"/>
              </a:rP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01E2B"/>
                </a:solidFill>
                <a:latin typeface="Arial"/>
              </a:rPr>
              <a:t>Requirement, code location, and data evidence on one card. Every relationship labelled by how much to trust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919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The reviewer who must say BLOCK or PASS on a pipeline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237744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246888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267919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3938" y="294436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Diffs look harmless; downstream data silently changes meaning.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237744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6356" y="246888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6356" y="267919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294436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Graph diff → impact → intent → execute both → compare on Databricks.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1188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Working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7880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One command, 37 tests, three live cards, re-queryable SQL.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3938" y="361188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3938" y="370332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3938" y="391363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3938" y="417880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Stdlib only, synthetic data, agent-written code, four checkpoints.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6356" y="3611880"/>
            <a:ext cx="3423818" cy="1905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6356" y="3703320"/>
            <a:ext cx="342381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7A8C"/>
                </a:solidFill>
                <a:latin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6356" y="3913632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1E2B"/>
                </a:solidFill>
                <a:latin typeface="Arial"/>
              </a:rPr>
              <a:t>Continuation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6356" y="4178808"/>
            <a:ext cx="34238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F8090"/>
                </a:solidFill>
                <a:latin typeface="Arial"/>
              </a:rPr>
              <a:t>Worktree indexing, Databricks jobs, lineage, CI gate.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983480"/>
            <a:ext cx="10728655" cy="11430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129784"/>
            <a:ext cx="1032631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>git clone &lt;repo&gt; &amp;&amp; cd buildathon-2026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>python3 -m unittest discover -s tests            </a:t>
            </a:r>
            <a:r>
              <a:rPr sz="1000" b="0" i="0">
                <a:solidFill>
                  <a:srgbClr val="7E93A6"/>
                </a:solidFill>
                <a:latin typeface="Consolas"/>
              </a:rPr>
              <a:t># 37 OK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CE5EC"/>
                </a:solidFill>
                <a:latin typeface="Consolas"/>
              </a:rPr>
              <a:t>python3 -m ripple review --base main --head demo/abs-normalize --backend databricks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